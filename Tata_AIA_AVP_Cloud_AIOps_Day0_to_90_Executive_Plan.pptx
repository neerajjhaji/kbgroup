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73152" cy="3657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B4D8"/>
                </a:solidFill>
              </a:defRPr>
            </a:pPr>
            <a:r>
              <a:t>TATA AIA LIFE INSURANCE • THANE / MUMBAI</a:t>
            </a:r>
          </a:p>
          <a:p>
            <a:pPr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Day 0 to Day 90 Executive Leadership Roadmap</a:t>
            </a:r>
          </a:p>
          <a:p>
            <a:pPr>
              <a:defRPr sz="1500">
                <a:solidFill>
                  <a:srgbClr val="C8D7EB"/>
                </a:solidFill>
              </a:defRPr>
            </a:pPr>
            <a:r>
              <a:t>AVP Action Plan: Pre-Boarding Readiness, Delta Lake CDC Optimization, AI Ops Automation, IRDAI Compliance &amp; Team Modernization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669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4AF37"/>
                </a:solidFill>
              </a:defRPr>
            </a:pPr>
            <a:r>
              <a:t>Phases: Day 0 (Pre-Prep) | Days 1-30 (Audit &amp; Quick Wins) | Days 31-60 (Standardize &amp; Pilot) | Days 61-90 (Scale &amp; Confirmation)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EXECUTIVE DAY 0 TO 90 PLAN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Day 0: Pre-Boarding &amp; Executive Readiness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🧠 Strategic Alignment &amp; Stakeholder Mapping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Map key executive stakeholders: CIO, CTO, Enterprise Architect, Head of DC, InfoSec.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Establish personal leadership mental model: Strategic Vision + Technical Hands-On Depth.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Review IRDAI Cloud Security Guidelines &amp; Insurance Data Residency Frameworks.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Prepare 100-Day Leadership Assessment Framework &amp; Weekly Progress Scorecard.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Pre-map Alliance partner ecosystem and cloud vendor governance touchpoints.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📋 Day 1 Entry Execution Checklist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Confirm Day 1 access requests: Azure Portals, Subscription RBAC, DevOps, Log Analytics.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Set up 1-on-1 meet &amp; greets with direct reports &amp; key extended team leads.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Draft initial 30-Day Listening &amp; Discovery Agenda for team introduction.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Request current IT &amp; Architecture diagrams for Azure Stack HCI &amp; Delta Lake CDC.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Milestone: Day 1 Complete Operational Readiness.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EXECUTIVE DAY 0 TO 90 PLAN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Days 1 – 30 | Phase 1: Audit, Stakeholders &amp; Quick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🔍 Comprehensive Infrastructure &amp; Data Audit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Audit Azure Landing Zones, Azure Stack HCI, Hyper-V virtual networks &amp; AD tenant structure.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Inspect Delta Lake CDC ingestion pipelines, PySpark query speed &amp; ADLS Gen2 storage tiers.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Review Azure Sentinel SIEM, Log Analytics workspaces &amp; MECM/SCCM patch policies.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Evaluate Azure DevOps YAML pipelines, IaC (Bicep/Terraform) scripts &amp; CMDB asset health.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Understand business workflows: Policy Administration, Tele-underwriting &amp; Claims.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⚡ Stakeholder Engagement &amp; Quick Wins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Conduct 1-on-1 interviews with Head of DC, InfoSec, EA, and BU leaders.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Quick Win 1 (Performance): Optimize slow CDC pipeline ingestion into Delta Lake.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Quick Win 2 (Cost ROI): Clean up orphaned Azure resources for instant monthly savings.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Establish weekly cross-functional sync between Cloud Architecture &amp; Data Center teams.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Deliverable: Day 30 State-of-Cloud Maturity Assessment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EXECUTIVE DAY 0 TO 90 PLAN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Days 31 – 60 | Phase 2: Standardize, Pilot AI Ops &amp; Mentorship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⚙️ Service Catalog &amp; AI Ops Automation Pilot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Publish Enterprise Reusable Service Catalog with approved Bicep/Terraform IaC modules.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Deploy AI Ops Anomaly Detection pilot in Azure Monitor to auto-triage telemetry spikes.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Optimize Delta Lake Medallion Architecture (Bronze -&gt; Silver -&gt; Gold) with Liquid Clustering.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Implement automated quality security gates in Azure DevOps YAML (Checkov/SonarQube).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Establish capacity management baseline for peak policy renewal traffic.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🎓 Team Mentorship &amp; IRDAI Governance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Launch 'Java/SOA to Cloud-Native Microservices' mentorship cohort for developers.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Draft formal IRDAI Cloud Security &amp; Data Sovereignty Audit Checklist.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Implement Zero-Trust network rules using Azure Private Link &amp; Key Vault.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Establish T-Shirt effort estimation model for new business solution requests.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Deliverable: Day 60 Operational Service Catalog &amp; AI Ops Pilot Launch.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EXECUTIVE DAY 0 TO 90 PLAN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Days 61 – 90 | Phase 3: Scale, Govern &amp; Executive Confirmation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66CC"/>
                </a:solidFill>
              </a:defRPr>
            </a:pPr>
            <a:r>
              <a:t>🚀 Enterprise Scale &amp; DR Simulation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Scale AI Ops auto-healing webhooks across production insurance applications.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Enforce Architecture Review Board (ARB) design verification gates for all releases.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Conduct full Disaster Recovery (DR) &amp; Business Continuity drill (RTO &lt; 15m, RPO &lt; 5m).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Finalize capacity planning and auto-scaling rules for business growth.</a:t>
            </a:r>
          </a:p>
          <a:p>
            <a:pPr>
              <a:spcAft>
                <a:spcPts val="600"/>
              </a:spcAft>
              <a:defRPr sz="1100">
                <a:solidFill>
                  <a:srgbClr val="212529"/>
                </a:solidFill>
              </a:defRPr>
            </a:pPr>
            <a:r>
              <a:t>• Verify all IT design and cloud architecture risks are logged and mitigated.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120640" cy="493776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00B4D8"/>
                </a:solidFill>
              </a:defRPr>
            </a:pPr>
            <a:r>
              <a:t>🏆 Confirmation Review &amp; Executive Sign-off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Compile Executive Probation Achievement Report demonstrating tangible ROI &amp; speed.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Highlight developer capability uplift from Java/SOA to Cloud Microservices.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Present formal 90-Day Transformation Review to CIO, CTO &amp; IT Leadership.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Obtain unanimous Architecture Review Board &amp; HR confirmation endorsement.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➔ Deliverable: Formal Confirmation as AVP - Cloud AI Ops, Tata AIA.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66CC"/>
                </a:solidFill>
              </a:defRPr>
            </a:pPr>
            <a:r>
              <a:t>TATA AIA LIFE INSURANCE • AVP CLOUD AI OPS EXECUTIVE DAY 0 TO 90 PLAN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AVP Executive Probation KPI &amp; Confirmation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08960"/>
                <a:gridCol w="4114800"/>
                <a:gridCol w="164592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Timeline Phase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Strategic Pillar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Measurable Key Result (KPI)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B4D8"/>
                          </a:solidFill>
                        </a:defRPr>
                      </a:pPr>
                      <a:r>
                        <a:t>Confirmation Value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Day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Pre-Boarding Prep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Stakeholder map, IRDAI checklist &amp; Day 1 access readiness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Day 1 Zero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Days 1 - 30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Audit &amp; Quick Wins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 Quick wins delivered; 100% audit of Delta Lake &amp; CDC pipelines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Immediate Credibility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Days 31 - 60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Service Catalog &amp; AI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10+ Reusable IaC modules; AI Ops anomaly auto-alerts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Architectural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Days 31 - 60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Team Mentorship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Java/SOA developers trained on Cloud-Native Bicep &amp; Microservices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Engineering Capability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Days 61 - 90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IRDAI Security &amp; ARB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Zero-Trust network, DR drill passed (RTO &lt; 15m), ARB process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Enterprise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B4D8"/>
                </a:solidFill>
              </a:defRPr>
            </a:pPr>
            <a:r>
              <a:t>TATA AIA LIFE INSURANCE • AVP CLOUD AI OPS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Day 0 to Day 90 Execution Blueprint for Confirmed Leadership</a:t>
            </a:r>
          </a:p>
          <a:p>
            <a:pPr>
              <a:defRPr sz="1500">
                <a:solidFill>
                  <a:srgbClr val="C8D7EB"/>
                </a:solidFill>
              </a:defRPr>
            </a:pPr>
            <a:r>
              <a:t>By initiating this AVP roadmap from Day 0, you establish immediate executive authority, optimize Azure Delta Lake CDC pipelines, automate AI Ops telemetry, empower developer teams, and ensure complete IRDAI compliance — securing effortless probation confirmation at Tata AIA.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