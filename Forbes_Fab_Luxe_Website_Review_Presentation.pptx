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" cy="3474720"/>
          </a:xfrm>
          <a:prstGeom prst="rect">
            <a:avLst/>
          </a:prstGeom>
          <a:solidFill>
            <a:srgbClr val="C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8A464"/>
                </a:solidFill>
              </a:defRPr>
            </a:pPr>
            <a:r>
              <a:t>FORBES FAB LUXE RESIDENCES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Complete Website Showcase &amp; Design Review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Comprehensive Look &amp; Feel Presentation with High-Res Screenshots &amp; Strategic UX Modification Recommendations based on Client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A464"/>
                </a:solidFill>
              </a:defRPr>
            </a:pPr>
            <a:r>
              <a:t>Location: Sector 4, Greater Noida West  |  Product: 3+1 &amp; 4+1 BHK Serviced Residences  |  Client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1. Hero Banner &amp; Navigation Experience</a:t>
            </a:r>
          </a:p>
        </p:txBody>
      </p:sp>
      <p:pic>
        <p:nvPicPr>
          <p:cNvPr id="3" name="Picture 2" descr="01_her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Dark luxury aesthetic with gold accents and high-res imagery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Live Real-Time Buyer Signal Ticker at top bar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Dynamic Tag: '13-ACRE RESORT LANDMARK' with rotating carousel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Sticky header with phone CTA, Schedule Site Visit &amp; Navigation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video background option in Hero for immersive resort tour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Incorporate WhatsApp quick chat floating icon next to CTA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Make price starting tag ('₹ 2.96 Cr*') more bold with EMI badge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Enhance mobile navbar dropdown with quick property 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2. Legacy Metrics &amp; Key Statistics</a:t>
            </a:r>
          </a:p>
        </p:txBody>
      </p:sp>
      <p:pic>
        <p:nvPicPr>
          <p:cNvPr id="3" name="Picture 2" descr="02_leg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High-impact numerical metrics: 13 Acres, 75K Sq.Ft. Club, 11 Towers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RERA Registration approval numbers clearly prominently highlighted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Forbes Fab Luxe trust positioning in Sector 4 Greater Noida West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animated counter effect when user scrolls into view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Include clickable 'Verify RERA Certificate' link modal for trust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mini icons for 'Possession Timeline' and 'Construction Status'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3. Flagship Developments &amp; Tower Showcase</a:t>
            </a:r>
          </a:p>
        </p:txBody>
      </p:sp>
      <p:pic>
        <p:nvPicPr>
          <p:cNvPr id="3" name="Picture 2" descr="03_develop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Detailed card grid showcasing 3+1 BHK &amp; 4+1 BHK Luxury Towers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Interactive buttons for Site Visit, Floor Plans &amp; Download Brochure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High-resolution exterior rendering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unit filter tabs (All / 3 BHK / 4 BHK / Penthouses)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Include 'Starting Price per Sq. Ft.' badge on individual cards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Enable 360-degree exterior tower viewer directly on card hover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4. 75,000 Sq.Ft. World-Class Amenities &amp; Club</a:t>
            </a:r>
          </a:p>
        </p:txBody>
      </p:sp>
      <p:pic>
        <p:nvPicPr>
          <p:cNvPr id="3" name="Picture 2" descr="04_ame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Spotlights 6-Star Resident Club, Lagoon Pool &amp; Technogym Fitness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Structured icon grid covering Sports, Wellness, Dining &amp; Leisure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Saint Amand Hospitality partnership feature badge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Group amenities by categories (Wellness, Sports, Kids, Club)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interactive image gallery/lightbox when amenity card is clicked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Highlight AQI Monitored Oxygen Gardens with live air quality badge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5. Architectural Collections &amp; Floor Plans</a:t>
            </a:r>
          </a:p>
        </p:txBody>
      </p:sp>
      <p:pic>
        <p:nvPicPr>
          <p:cNvPr id="3" name="Picture 2" descr="05_col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Presents 3+1 &amp; 4+1 BHK floor configurations with dimensions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Highlights wrap-around sundecks, double-height living &amp; VRV AC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Clear CTAs to view detailed architectural floor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Enable interactive 2D/3D Floor Plan toggle with zoom controls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'Request Customized Floor Plan' direct enquiry button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Show carpet area vs super area comparison for clarity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6. Brand Philosophy &amp; Design Ethos</a:t>
            </a:r>
          </a:p>
        </p:txBody>
      </p:sp>
      <p:pic>
        <p:nvPicPr>
          <p:cNvPr id="3" name="Picture 2" descr="06_philos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Refined dark card styling showcasing core design pillars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Articulates low-density living, green canopy &amp; timeless luxury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Creates emotional resonance with high-net-worth buyers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Incorporate architect quote &amp; design firm credential seal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downloadable 'Design Concept &amp; Architecture Note' PDF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Refine typography line-height for easier mobile reading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7. Property Finder &amp; EMI Loan Estimator</a:t>
            </a:r>
          </a:p>
        </p:txBody>
      </p:sp>
      <p:pic>
        <p:nvPicPr>
          <p:cNvPr id="3" name="Picture 2" descr="07_property_f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Interactive unit search filter (BHK, Budget, Tower, Floor Preference)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Embedded home loan EMI estimator with slider controls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Instant price calculation &amp; downpayment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Integrate bank partner logos (HDFC, SBI, ICICI) with special rates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'Save Configured Unit &amp; Send to WhatsApp' CTA button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Improve slider responsiveness on mobile touch screens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8. Sector 4 Location &amp; Connectivity Map</a:t>
            </a:r>
          </a:p>
        </p:txBody>
      </p:sp>
      <p:pic>
        <p:nvPicPr>
          <p:cNvPr id="3" name="Picture 2" descr="08_connectiv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Interactive map section showing Sector 4 Greater Noida West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Distance markers to Jewar Airport, Metro Station, Expressways &amp; Schools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Neighborhood infrastructure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Embed interactive Google Maps embed with route direction button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distance filter tabs (Schools, Hospitals, Malls, Airport)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Include future infrastructure growth drivers (Proposed Metro, Jewar Airport timeline)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9. Investment &amp; Capital ROI Calculator</a:t>
            </a:r>
          </a:p>
        </p:txBody>
      </p:sp>
      <p:pic>
        <p:nvPicPr>
          <p:cNvPr id="3" name="Picture 2" descr="09_investment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Projected capital appreciation graphs &amp; rental yield projections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Highlights Greater Noida West growth trajectory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Targeted for luxury real estate investors &amp; NRI buyers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NRI Investment Concierge CTA button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Include tax benefit calculator for home loan buyers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Provide downloadable 'Sector 4 Micro-Market Investment Report'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10. High-Converting Modals &amp; Lead Funnel</a:t>
            </a:r>
          </a:p>
        </p:txBody>
      </p:sp>
      <p:pic>
        <p:nvPicPr>
          <p:cNvPr id="3" name="Picture 2" descr="15_modal_floor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VIP Site Visit booking form with date/time selector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Interactive Floor Plan modal with zoom &amp; download options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Private Concierge &amp; Digital Brochure request modals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Add instant OTP phone verification to prevent fake leads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Show lead confirmation with instant WhatsApp brochure delivery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Reduce required form fields to 3 (Name, Phone, Unit Interest) for +25% conversion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11. Forbes AI Assistant &amp; Live Social Proof</a:t>
            </a:r>
          </a:p>
        </p:txBody>
      </p:sp>
      <p:pic>
        <p:nvPicPr>
          <p:cNvPr id="3" name="Picture 2" descr="17_modal_conci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497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280160"/>
            <a:ext cx="4206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A1815"/>
                </a:solidFill>
              </a:defRPr>
            </a:pPr>
            <a:r>
              <a:t>✨ Current Look &amp; Feel Highlights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Floating Forbes AI Chatbot Widget for instant query resolution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Live Real-Time Buyer Ticker showing recent site visits &amp; bookings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</a:defRPr>
            </a:pPr>
            <a:r>
              <a:t>• 24/7 conversational concierge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3749040"/>
            <a:ext cx="4206240" cy="2468880"/>
          </a:xfrm>
          <a:prstGeom prst="roundRect">
            <a:avLst/>
          </a:prstGeom>
          <a:solidFill>
            <a:srgbClr val="1A1815"/>
          </a:solidFill>
          <a:ln w="12700">
            <a:solidFill>
              <a:srgbClr val="C8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C8A464"/>
                </a:solidFill>
              </a:defRPr>
            </a:pPr>
            <a:r>
              <a:t>🛠️ Recommended Modifications (Client Response)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Pre-load AI bot with suggested quick prompts ('Price List', 'Location', 'Amenities')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Allow AI bot to capture user phone number naturally during conversation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➔ Sync buyer ticker with actual real-time CRM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8A464"/>
                </a:solidFill>
              </a:defRPr>
            </a:pPr>
            <a:r>
              <a:t>FORBES FAB LUXE • WEBSITE LOOK &amp; FEEL PRESENTATION</a:t>
            </a:r>
          </a:p>
          <a:p>
            <a:pPr>
              <a:defRPr sz="2200" b="1">
                <a:solidFill>
                  <a:srgbClr val="1A1815"/>
                </a:solidFill>
              </a:defRPr>
            </a:pPr>
            <a:r>
              <a:t>Recommended Modifications Matrix (Client Review Strategy)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4114800"/>
                <a:gridCol w="16459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C8A464"/>
                          </a:solidFill>
                        </a:defRPr>
                      </a:pPr>
                      <a:r>
                        <a:t>Website Section</a:t>
                      </a:r>
                    </a:p>
                  </a:txBody>
                  <a:tcPr>
                    <a:solidFill>
                      <a:srgbClr val="1A18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C8A464"/>
                          </a:solidFill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1A18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C8A464"/>
                          </a:solidFill>
                        </a:defRPr>
                      </a:pPr>
                      <a:r>
                        <a:t>Recommended Modification</a:t>
                      </a:r>
                    </a:p>
                  </a:txBody>
                  <a:tcPr>
                    <a:solidFill>
                      <a:srgbClr val="1A18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C8A464"/>
                          </a:solidFill>
                        </a:defRPr>
                      </a:pPr>
                      <a:r>
                        <a:t>Expected Impact</a:t>
                      </a:r>
                    </a:p>
                  </a:txBody>
                  <a:tcPr>
                    <a:solidFill>
                      <a:srgbClr val="1A181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Hero &amp;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Static images &amp; standard 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Add video background option &amp; WhatsApp quick chat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7846"/>
                          </a:solidFill>
                        </a:defRPr>
                      </a:pPr>
                      <a:r>
                        <a:t>+30%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Property Finder &amp; EMI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Basic sliders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Integrate Bank Partner logos &amp; 'Send Plan to WhatsApp' CTA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7846"/>
                          </a:solidFill>
                        </a:defRPr>
                      </a:pPr>
                      <a:r>
                        <a:t>+40% Lead Retention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Floor Plans &amp; Modals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Standard popup 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Reduce form fields to 3 &amp; add instant OTP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7846"/>
                          </a:solidFill>
                        </a:defRPr>
                      </a:pPr>
                      <a:r>
                        <a:t>+25% Form 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Location &amp; Connectivity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Static map graphic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Interactive Google Map with filter tabs (Airport/Schools/Malls)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7846"/>
                          </a:solidFill>
                        </a:defRPr>
                      </a:pPr>
                      <a:r>
                        <a:t>Improved UX Clarity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Forbes AI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Standard chat drawer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Pre-loaded quick prompt chips &amp; natural phone lead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7846"/>
                          </a:solidFill>
                        </a:defRPr>
                      </a:pPr>
                      <a:r>
                        <a:t>24/7 Automated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8A464"/>
                </a:solidFill>
              </a:defRPr>
            </a:pPr>
            <a:r>
              <a:t>FORBES FAB LUXE RESIDENCES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Ready for Client Review &amp; Implementation</a:t>
            </a:r>
          </a:p>
          <a:p>
            <a:pPr>
              <a:defRPr sz="1500">
                <a:solidFill>
                  <a:srgbClr val="C8C8C8"/>
                </a:solidFill>
              </a:defRPr>
            </a:pPr>
            <a:r>
              <a:t>The Forbes Fab Luxe website delivers a world-class luxury feel matching Sector 4's premium positioning. Implementing these recommended modifications will maximize lead conversion rates, enhance user trust, and deliver an unmatched digital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