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73152" cy="3657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B4D8"/>
                </a:solidFill>
              </a:defRPr>
            </a:pPr>
            <a:r>
              <a:t>TATA AIA LIFE INSURANCE • THANE / MUMBAI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30-60-90 Day Probation &amp; Confirmation Plan</a:t>
            </a:r>
          </a:p>
          <a:p>
            <a:pPr>
              <a:defRPr sz="1500">
                <a:solidFill>
                  <a:srgbClr val="C8D7EB"/>
                </a:solidFill>
              </a:defRPr>
            </a:pPr>
            <a:r>
              <a:t>Strategic Roadmap to Demonstrate Leadership, Technical Depth, AI Ops Governance, and Secure Executive Confirmation as AVP - Cloud AI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F37"/>
                </a:solidFill>
              </a:defRPr>
            </a:pPr>
            <a:r>
              <a:t>Focus: Audit &amp; Quick Wins (Days 1-30) | Standardize &amp; Pilot (Days 31-60) | Scale &amp; Confirm (Days 61-90)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PROBATION CONFIRMATION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Executive Overview &amp; Probation Success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🎯 Strategic Probation Mandate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Seamlessly take ownership of Tata AIA Cloud &amp; AI Ops estate within 90 days.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Establish immediate credibility with Business Verticals, DC/IT Teams &amp; Alliance Partners.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Eliminate cloud architecture bottlenecks in Delta Lake, CDC, and DevOps pipelines.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Enforce IRDAI insurance compliance, zero-trust security &amp; risk management.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Demonstrate AVP-level leadership through developer mentorship &amp; ARB governance.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🏆 Key Confirmation Milestones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Day 30: State-of-Cloud Audit Report &amp; 2 High-Impact Quick Wins delivered.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Day 60: Enterprise Reusable Service Catalog &amp; AI Ops Anomaly Pilot live.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Day 90: IRDAI Zero-Trust Compliance Blueprint &amp; ARB Governance framework enforced.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Day 90: Java/SOA to Cloud-Native Mentorship curriculum fully deployed.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Result: 100% Executive Endorsement for Formal Role Confirmation.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PROBATION CONFIRMATION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Days 1 – 30 | Phase 1: Audit, Stakeholder Alignment &amp; Quick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🔍 Discovery &amp; Infrastructure Audit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Audit Azure footprint: Landing zones, Virtual Networks, Azure Stack HCI &amp; Hyper-V.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Inspect Delta Lake CDC pipelines, ADLS storage tiers, and PySpark query latency.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Review Azure Sentinel SIEM, Log Analytics workspaces, and Azure AD RBAC policies.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Assess current Azure DevOps pipelines, Bicep/Terraform scripts, and CMDB assets.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Map core life insurance workflows: Policy Admin, Tele-underwriting, and Claims.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⚡ Stakeholder Engagement &amp; Quick Wins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Conduct 1-on-1 interviews with Head of DC, EA, InfoSec, and Business Unit leads.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Quick Win 1: Optimize a slow CDC data ingestion pipeline for immediate speedup.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Quick Win 2: Clean up orphaned Azure resources for instant monthly cost savings.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Establish weekly cadence between Cloud Architecture and Data Center teams.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Deliverable: Day 30 Comprehensive Cloud Maturity Assessment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PROBATION CONFIRMATION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Days 31 – 60 | Phase 2: Standardize, Pilot &amp; AI Ops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⚙️ Service Catalog &amp; AI Ops Pilot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Publish Enterprise Reusable Service Catalog with approved Bicep/Terraform modules.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Deploy AI Ops Anomaly Detection pilot in Azure Monitor to auto-detect latency spikes.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Optimize Delta Lake Medallion Architecture (Bronze -&gt; Silver -&gt; Gold) with Liquid Clustering.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Implement automated quality gates in Azure DevOps YAML pipelines (Checkov/SonarQube).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Establish capacity management baseline for peak policy renewal traffic.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🎓 Mentorship &amp; Governance Framework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Launch 'Java/SOA to Cloud Native' mentorship cohort for application development teams.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Draft formal IRDAI Cloud Security &amp; Data Sovereignty Audit Checklist.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Implement Zero-Trust network rules using Azure Private Link &amp; Key Vault.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Establish T-Shirt effort estimation model for new business solution requests.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Deliverable: Day 60 Operational Service Catalog &amp; AI Ops Pilot Launch.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PROBATION CONFIRMATION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Days 61 – 90 | Phase 3: Scale, Govern &amp; Confirmation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🚀 Enterprise Scale &amp; DR Readiness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Scale AI Ops auto-healing webhooks across production insurance workloads.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Enforce Architecture Review Board (ARB) design verification gates for all releases.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Conduct full Disaster Recovery (DR) &amp; Business Continuity drill (RTO &lt; 15m, RPO &lt; 5m).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Finalize capacity planning and auto-scaling rules for business growth.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Verify all IT design and cloud architecture risks are logged and mitigated.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🏆 Confirmation Presentation &amp; Sign-off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Compile Executive Probation Achievement Report demonstrating tangible ROI &amp; speed.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Highlight developer capability uplift from Java/SOA to Cloud Microservices.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Present formal 90-Day Transformation Review to CIO, CTO &amp; IT Leadership.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Obtain unanimous Architecture Review Board &amp; HR confirmation endorsement.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Deliverable: Formal Confirmation as AVP - Cloud AI Ops, Tata AIA.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PROBATION CONFIRMATION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Probation Confirmation Value Matrix &amp; KPI Indicators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931920"/>
                <a:gridCol w="164592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Probation Phase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Strategic Focus Area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Measurable Key Result (KPI)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Confirmation Impact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Days 1 - 30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Audit &amp; Quick Wins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 Quick wins delivered; 100% audit of Delta Lake &amp; CDC pipelines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Immediate Credibility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Days 31 - 60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Service Catalog &amp; AI Ops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10+ Reusable IaC modules; AI Ops anomaly auto-alerts live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Architectural Speed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Days 31 - 60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Team Mentorship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Java/SOA developers trained on Cloud Native Bicep &amp; Microservices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Team Capability Uplift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Days 61 - 90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IRDAI Security &amp; ARB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Zero-Trust network, DR drill passed (RTO &lt; 15m), ARB process live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Enterprise Governance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 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Executive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100% Endorsement from CIO / IT Leadership for formal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CONFIRMED AVP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B4D8"/>
                </a:solidFill>
              </a:defRPr>
            </a:pPr>
            <a:r>
              <a:t>TATA AIA LIFE INSURANCE • PROBATION CONFIRMATION ROADMAP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Guaranteed Execution for Early Confirmation</a:t>
            </a:r>
          </a:p>
          <a:p>
            <a:pPr>
              <a:defRPr sz="1500">
                <a:solidFill>
                  <a:srgbClr val="C8D7EB"/>
                </a:solidFill>
              </a:defRPr>
            </a:pPr>
            <a:r>
              <a:t>By executing this structured 30-60-90 Day Plan, you will demonstrate immediate value, solve critical cloud/data bottlenecks, mentor engineering teams, and deliver IRDAI-compliant AI Ops architecture — ensuring effortless confirmation as AVP - Cloud AI Ops at Tata AIA.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