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73152" cy="3657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B4D8"/>
                </a:solidFill>
              </a:defRPr>
            </a:pPr>
            <a:r>
              <a:t>TATA AIA LIFE INSURANCE • THANE / MUMBAI</a:t>
            </a:r>
          </a:p>
          <a:p>
            <a:pPr>
              <a:spcAft>
                <a:spcPts val="1400"/>
              </a:spcAft>
              <a:defRPr sz="3400" b="1">
                <a:solidFill>
                  <a:srgbClr val="FFFFFF"/>
                </a:solidFill>
              </a:defRPr>
            </a:pPr>
            <a:r>
              <a:t>6-Month Strategic Roadmap: AVP - Cloud AI Ops</a:t>
            </a:r>
          </a:p>
          <a:p>
            <a:pPr>
              <a:defRPr sz="1500">
                <a:solidFill>
                  <a:srgbClr val="C8D7EB"/>
                </a:solidFill>
              </a:defRPr>
            </a:pPr>
            <a:r>
              <a:t>Comprehensive Preparation Strategy Aligning Azure Delta Lake, Big Data CDC, Cognitive AI Ops, Enterprise CI/CD &amp; Life Insurance Architecture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669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F37"/>
                </a:solidFill>
              </a:defRPr>
            </a:pPr>
            <a:r>
              <a:t>Core Pillars: Azure Cloud Architecture | AI Ops | Delta Lake &amp; Big Data | DevOps CI/CD | Risk &amp; IRDAI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66CC"/>
                </a:solidFill>
              </a:defRPr>
            </a:pPr>
            <a:r>
              <a:t>TATA AIA LIFE INSURANCE • AVP CLOUD AI OPS ROADMAP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Executive Role Mapping &amp; High-Level JD Mandate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66CC"/>
                </a:solidFill>
              </a:defRPr>
            </a:pPr>
            <a:r>
              <a:t>📋 Key Leadership Responsibilities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Align business solution architecture with Alliance standards &amp; customer requirements.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Architect reusable Service Catalog components to accelerate enterprise delivery.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Drive CI/CD DevOps toolchain implementation across hybrid cloud environments.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Conduct capacity planning, technical cost/performance trade-off evaluations.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Act as technical liaison between Business Units &amp; IT / Data Center delivery teams.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Manage enterprise IT architecture risks, IRDAI compliance &amp; security controls.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B4D8"/>
                </a:solidFill>
              </a:defRPr>
            </a:pPr>
            <a:r>
              <a:t>⚙️ Mandatory Technical Expertise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7+ Years Azure IaaS, Monitoring, Cloud Backup &amp; Site Recovery Services.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Must-Have Core Skill: Azure Delta Lake, Big Data Architecture &amp; CDC (Change Data Capture).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Cognitive AI Services, Azure OpenAI, MLOps &amp; Intelligent Telemetry Automation.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Azure Stack Hub / HCI Hybrid Cloud Infrastructure &amp; Hyper-V Virtual Networking.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Azure Sentinel, Azure AD, MECM (SCCM) &amp; Update Management.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Mentoring Java / J2EE / SOA application teams to Modern Cloud Native Microservices.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66CC"/>
                </a:solidFill>
              </a:defRPr>
            </a:pPr>
            <a:r>
              <a:t>TATA AIA LIFE INSURANCE • AVP CLOUD AI OPS ROADMAP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Month 1: Azure Enterprise Foundation &amp; Hybrid Cloud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66CC"/>
                </a:solidFill>
              </a:defRPr>
            </a:pPr>
            <a:r>
              <a:t>🎯 Learning Objectives &amp; Key Topics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Master Azure Core IaaS/PaaS architecture &amp; Enterprise Landing Zones.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Deep dive into Azure Stack Hub &amp; Azure Stack HCI hybrid deployment patterns.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Understand Hyper-V virtual networking, Azure AD tenant structures &amp; RBAC.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Explore Azure Backup &amp; Azure Site Recovery (ASR) disaster recovery topologies.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Analyze Tata AIA Life Insurance core domain: Policy Admin, Claims &amp; Tele-underwriting.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B4D8"/>
                </a:solidFill>
              </a:defRPr>
            </a:pPr>
            <a:r>
              <a:t>🚀 Action Plan &amp; Hands-on Deliverables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Build a hybrid connectivity POC connecting on-prem Hyper-V to Azure Virtual Network.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Configure Azure Site Recovery (ASR) vault with automated failover testing script.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Draft Enterprise Azure Landing Zone architecture diagram adhering to security standards.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Implement Azure Update Management &amp; MECM hybrid patch management policy.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Milestone: Complete Azure Solutions Architect (AZ-305) hybrid refresher.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66CC"/>
                </a:solidFill>
              </a:defRPr>
            </a:pPr>
            <a:r>
              <a:t>TATA AIA LIFE INSURANCE • AVP CLOUD AI OPS ROADMAP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Month 2: Azure Delta Lake, Big Data &amp; CDC Mastery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66CC"/>
                </a:solidFill>
              </a:defRPr>
            </a:pPr>
            <a:r>
              <a:t>🎯 Learning Objectives &amp; Key Topics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Master Medallion Architecture in Azure Delta Lake (Bronze -&gt; Silver -&gt; Gold).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Implement Change Data Capture (CDC) using Qlik / Debezium / Azure Data Factory.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Azure Databricks &amp; PySpark optimization for real-time telemetry &amp; policy logs.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Azure SQL Database, Synapse Analytics &amp; ADLS Gen2 storage lifecycle rules.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Big Data capacity management &amp; cost optimization techniques for insurance telemetry.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B4D8"/>
                </a:solidFill>
              </a:defRPr>
            </a:pPr>
            <a:r>
              <a:t>🚀 Action Plan &amp; Hands-on Deliverables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Construct a end-to-end CDC pipeline capturing SQL Server transactions into Delta Lake.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Optimize PySpark/Delta lake query performance with Z-Ordering &amp; Liquid Clustering.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Build real-time streaming ingest pipeline for insurance claims &amp; tele-underwriting logs.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Design cost tiering model for ADLS Gen2 archiving (Hot -&gt; Cool -&gt; Cold -&gt; Archive).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Milestone: Azure Data Engineer (DP-203) &amp; Delta Lake Architecture certification.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66CC"/>
                </a:solidFill>
              </a:defRPr>
            </a:pPr>
            <a:r>
              <a:t>TATA AIA LIFE INSURANCE • AVP CLOUD AI OPS ROADMAP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Month 3: Cloud AI Ops, Cognitive Services &amp; Sentinel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66CC"/>
                </a:solidFill>
              </a:defRPr>
            </a:pPr>
            <a:r>
              <a:t>🎯 Learning Objectives &amp; Key Topics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Azure Cognitive Services (Document Intelligence, Vision, Language, AI Search).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Azure OpenAI &amp; LLM integration for automated claim document ingestion.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AI Ops: Automated anomaly detection in application telemetry via Azure Monitor &amp; Log Analytics.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Azure Sentinel SIEM integration for security event monitoring &amp; playbook automation.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MLOps pipelines: Model registration, deployment &amp; drift monitoring in Azure Machine Learning.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B4D8"/>
                </a:solidFill>
              </a:defRPr>
            </a:pPr>
            <a:r>
              <a:t>🚀 Action Plan &amp; Hands-on Deliverables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Build AI Ops pipeline auto-detecting latency anomalies &amp; triggering self-healing webhooks.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Develop POC for automated OCR &amp; claim form classification using Azure Document Intelligence.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Deploy Azure Sentinel incident response playbook using Azure Logic Apps.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Establish automated capacity prediction model for cloud server scaling.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Milestone: Complete Azure AI Engineer (AI-102) &amp; AI Ops Playbook blueprint.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66CC"/>
                </a:solidFill>
              </a:defRPr>
            </a:pPr>
            <a:r>
              <a:t>TATA AIA LIFE INSURANCE • AVP CLOUD AI OPS ROADMAP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Month 4: Enterprise DevOps, CI/CD &amp; Service Catalog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66CC"/>
                </a:solidFill>
              </a:defRPr>
            </a:pPr>
            <a:r>
              <a:t>🎯 Learning Objectives &amp; Key Topics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Azure DevOps Pipelines (YAML), GitHub Actions &amp; Infrastructure as Code (Terraform/Bicep).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Reusable Service Catalog development: Modular Bicep/Terraform templates for teams.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Integration Testing &amp; Automated Release Quality Gates in CI/CD pipelines.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Configuration Management DB (CMDB) &amp; Azure Resource Graph tracking.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Capacity Planning &amp; Chaos Engineering resilience testing.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B4D8"/>
                </a:solidFill>
              </a:defRPr>
            </a:pPr>
            <a:r>
              <a:t>🚀 Action Plan &amp; Hands-on Deliverables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Build an Enterprise Service Catalog repository containing approved IaC modules.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Create end-to-end multi-stage YAML pipeline with automated security scan (Checkov/SonarQube).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Implement automated integration testing framework for cloud service deployments.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Establish automated capacity alerts &amp; auto-scaling policies for peak insurance periods.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Milestone: Complete DevOps Engineer Expert (AZ-400) &amp; Service Catalog launch.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66CC"/>
                </a:solidFill>
              </a:defRPr>
            </a:pPr>
            <a:r>
              <a:t>TATA AIA LIFE INSURANCE • AVP CLOUD AI OPS ROADMAP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Month 5: Insurance Architecture, Security &amp; IRDAI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66CC"/>
                </a:solidFill>
              </a:defRPr>
            </a:pPr>
            <a:r>
              <a:t>🎯 Learning Objectives &amp; Key Topics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IRDAI Cloud Security Guidelines &amp; Data Residency requirements for Life Insurance.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Enterprise Security Architecture: Azure Sentinel, Key Vault, Private Endpoints &amp; WAF.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Risk mitigation frameworks for non-stated functional requirements (availability, latency).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Trade-off analysis methodology: Cost vs Scalability vs Security in cloud design.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Coordination workflows between IT, Data Center (DC), Cloud &amp; Business Verticals.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B4D8"/>
                </a:solidFill>
              </a:defRPr>
            </a:pPr>
            <a:r>
              <a:t>🚀 Action Plan &amp; Hands-on Deliverables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Draft IRDAI Cloud Compliance Audit Checklist covering data encryption &amp; sovereignty.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Author a formal Solution Architecture Document (SAD) including trade-off matrices.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Implement Zero-Trust network topology using Azure Private Link &amp; Firewall Premium.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Conduct disaster recovery &amp; business continuity drill simulation (RTO &lt; 15 mins, RPO &lt; 5 mins).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Milestone: Complete Cybersecurity Architect (SC-100) &amp; Risk Governance Framework.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66CC"/>
                </a:solidFill>
              </a:defRPr>
            </a:pPr>
            <a:r>
              <a:t>TATA AIA LIFE INSURANCE • AVP CLOUD AI OPS ROADMAP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Month 6: Executive Leadership &amp; Team Mentorship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66CC"/>
                </a:solidFill>
              </a:defRPr>
            </a:pPr>
            <a:r>
              <a:t>🎯 Learning Objectives &amp; Key Topics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Mentoring legacy Java/J2EE/SOA teams toward Cloud-Native Spring Boot / Microservices.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Architecture Review Board (ARB) presentation &amp; stakeholder management skills.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Sequencing project deliverables to prevent rework &amp; fit building blocks together.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Vendor &amp; Alliance relationship management, effort estimation &amp; team capacity planning.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30-60-90 Day Execution Vision on taking charge at Tata AIA Thane.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B4D8"/>
                </a:solidFill>
              </a:defRPr>
            </a:pPr>
            <a:r>
              <a:t>🚀 Action Plan &amp; Hands-on Deliverables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Develop 'Java/SOA to Azure Microservices' Migration Training Curriculum for developers.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Establish Architecture Review Board (ARB) submission template &amp; verification checklist.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Create effort estimation model (T-Shirt sizing &amp; Story Point calibration) for cloud projects.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Conduct mock executive presentation for cloud transformation strategy.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Milestone: Complete Leadership Readiness &amp; Mock Executive ARB Defense.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66CC"/>
                </a:solidFill>
              </a:defRPr>
            </a:pPr>
            <a:r>
              <a:t>TATA AIA LIFE INSURANCE • AVP CLOUD AI OPS ROADMAP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6-Month Technical &amp; Competency Mastery Checklist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3931920"/>
                <a:gridCol w="164592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B4D8"/>
                          </a:solidFill>
                        </a:defRPr>
                      </a:pPr>
                      <a:r>
                        <a:t>Domain Area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B4D8"/>
                          </a:solidFill>
                        </a:defRPr>
                      </a:pPr>
                      <a:r>
                        <a:t>Required Skill in JD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B4D8"/>
                          </a:solidFill>
                        </a:defRPr>
                      </a:pPr>
                      <a:r>
                        <a:t>Target Mastery Output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B4D8"/>
                          </a:solidFill>
                        </a:defRPr>
                      </a:pPr>
                      <a:r>
                        <a:t>Status Target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Delta Lake &amp; CDC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Azure Delta Lake, Big Data, CDC, Synapse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Real-time streaming CDC pipeline to Medallion Delta Lake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Month 2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Cloud AI Ops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Cognitive Services, AI/ML, AI Ops monitoring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AI Ops auto-healing anomaly detection &amp; Document AI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Month 3 Complete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DevOps &amp; Catalog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Azure DevOps, IaC, Reusable Service Catalog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Enterprise Bicep Service Catalog &amp; CI/CD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Month 4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Security &amp; IRDAI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Azure Sentinel, Hybrid AD, IRDAI Compliance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IRDAI Compliant Zero-Trust Cloud Architecture SAD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Month 5 Complete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Mentorship &amp; ARB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Java/SOA Mentoring, ARB, Effort Estimation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Modernization curriculum &amp; Effort Estimation 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Month 6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66CC"/>
                </a:solidFill>
              </a:defRPr>
            </a:pPr>
            <a:r>
              <a:t>TATA AIA LIFE INSURANCE • AVP CLOUD AI OPS ROADMAP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30-60-90 Day Execution Vision Upon Joining Tata AIA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66CC"/>
                </a:solidFill>
              </a:defRPr>
            </a:pPr>
            <a:r>
              <a:t>Phase 1: Days 1 to 30 (Assessment &amp; Audit)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Audit existing Azure infrastructure, Delta Lake CDC pipelines &amp; Azure Sentinel setup.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Meet key Business &amp; DC/IT stakeholders to identify architectural pain points.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Review existing Java/SOA applications and cloud migration backlog.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Evaluate current DevOps pipeline security and Service Catalog usage.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Deliverable: Baseline Cloud &amp; AI Ops Maturity Assessment Report.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B4D8"/>
                </a:solidFill>
              </a:defRPr>
            </a:pPr>
            <a:r>
              <a:t>Phase 2 &amp; 3: Days 31 to 90 (Optimization &amp; Scale)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Days 31-60: Standardize Bicep/Terraform Service Catalog and launch AI Ops pilot.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Days 31-60: Implement automated CDC pipeline optimizations for Delta Lake data ingest.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Days 61-90: Establish Architecture Review Board (ARB) governance &amp; IRDAI compliance gate.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Days 61-90: Roll out developer mentorship program for Java to Cloud Native microservices.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Deliverable: Fully Operational Cloud AI Ops Framework at Tata AIA.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B4D8"/>
                </a:solidFill>
              </a:defRPr>
            </a:pPr>
            <a:r>
              <a:t>TATA AIA LIFE INSURANCE • AVP CLOUD AI OPS</a:t>
            </a:r>
          </a:p>
          <a:p>
            <a:pPr>
              <a:spcAft>
                <a:spcPts val="1600"/>
              </a:spcAft>
              <a:defRPr sz="3200" b="1">
                <a:solidFill>
                  <a:srgbClr val="FFFFFF"/>
                </a:solidFill>
              </a:defRPr>
            </a:pPr>
            <a:r>
              <a:t>Roadmap Executed for Technical &amp; Executive Success</a:t>
            </a:r>
          </a:p>
          <a:p>
            <a:pPr>
              <a:defRPr sz="1500">
                <a:solidFill>
                  <a:srgbClr val="C8D7EB"/>
                </a:solidFill>
              </a:defRPr>
            </a:pPr>
            <a:r>
              <a:t>By following this structured 6-month plan, you will achieve complete mastery over Azure Delta Lake CDC, Cognitive AI Ops, Enterprise CI/CD, and Life Insurance Architecture Governance — positioning you as the ideal AVP leader for Tata AIA Thane.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